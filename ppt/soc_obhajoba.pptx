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76" r:id="rId3"/>
    <p:sldId id="284" r:id="rId4"/>
    <p:sldId id="277" r:id="rId5"/>
    <p:sldId id="278" r:id="rId6"/>
    <p:sldId id="279" r:id="rId7"/>
    <p:sldId id="281" r:id="rId8"/>
    <p:sldId id="282" r:id="rId9"/>
    <p:sldId id="283" r:id="rId10"/>
    <p:sldId id="266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64992" autoAdjust="0"/>
  </p:normalViewPr>
  <p:slideViewPr>
    <p:cSldViewPr snapToGrid="0">
      <p:cViewPr varScale="1">
        <p:scale>
          <a:sx n="104" d="100"/>
          <a:sy n="104" d="100"/>
        </p:scale>
        <p:origin x="47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E95D2-5477-4BEB-AF65-E79B532831D0}" type="datetimeFigureOut">
              <a:rPr lang="cs-CZ" smtClean="0"/>
              <a:t>24.03.2025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A801F-A763-49F0-9340-9CE6E525A0F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829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 err="1"/>
              <a:t>Jmeno</a:t>
            </a:r>
            <a:endParaRPr lang="cs-CZ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Škola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Město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Název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Soutěžní obor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cs-CZ" dirty="0"/>
              <a:t>Dobrý den vážení diváci dovolte mi abych se vám představil </a:t>
            </a:r>
            <a:r>
              <a:rPr lang="cs-CZ" dirty="0" err="1"/>
              <a:t>me</a:t>
            </a:r>
            <a:r>
              <a:rPr lang="cs-CZ" dirty="0"/>
              <a:t> </a:t>
            </a:r>
            <a:r>
              <a:rPr lang="cs-CZ" dirty="0" err="1"/>
              <a:t>jmeno</a:t>
            </a:r>
            <a:r>
              <a:rPr lang="cs-CZ" dirty="0"/>
              <a:t> je Jaroslav </a:t>
            </a:r>
            <a:r>
              <a:rPr lang="cs-CZ" dirty="0" err="1"/>
              <a:t>němec</a:t>
            </a:r>
            <a:r>
              <a:rPr lang="cs-CZ" dirty="0"/>
              <a:t>. Studuji </a:t>
            </a:r>
            <a:r>
              <a:rPr lang="cs-CZ" dirty="0" err="1"/>
              <a:t>ssakhk</a:t>
            </a:r>
            <a:r>
              <a:rPr lang="cs-CZ" dirty="0"/>
              <a:t> v </a:t>
            </a:r>
            <a:r>
              <a:rPr lang="cs-CZ" dirty="0" err="1"/>
              <a:t>hradci</a:t>
            </a:r>
            <a:r>
              <a:rPr lang="cs-CZ" dirty="0"/>
              <a:t> králové. Připravil jsem si pro vás práci s názvem </a:t>
            </a:r>
            <a:r>
              <a:rPr lang="cs-CZ" dirty="0" err="1"/>
              <a:t>coopmaster</a:t>
            </a:r>
            <a:r>
              <a:rPr lang="cs-CZ" dirty="0"/>
              <a:t> systém pro řízení a automatizaci kurníku a soutěžím v oboru č 18 Informatika.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A801F-A763-49F0-9340-9CE6E525A0F2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7896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Závěrem bych chtěl </a:t>
            </a:r>
            <a:r>
              <a:rPr lang="cs-CZ" dirty="0" err="1"/>
              <a:t>jestě</a:t>
            </a:r>
            <a:r>
              <a:rPr lang="cs-CZ" dirty="0"/>
              <a:t> poděkovat svému konzultantovi panu Ing. Davidu Podzimkovi a své babičce za to že propůjčila svůj chov do služeb </a:t>
            </a:r>
            <a:r>
              <a:rPr lang="cs-CZ" dirty="0" err="1"/>
              <a:t>vědecko</a:t>
            </a:r>
            <a:r>
              <a:rPr lang="cs-CZ" dirty="0"/>
              <a:t> technické revoluce.</a:t>
            </a:r>
          </a:p>
          <a:p>
            <a:r>
              <a:rPr lang="cs-CZ" dirty="0"/>
              <a:t>Vám děkuji za pozornost a přeji hezký den. </a:t>
            </a:r>
          </a:p>
          <a:p>
            <a:endParaRPr lang="cs-CZ" dirty="0"/>
          </a:p>
          <a:p>
            <a:r>
              <a:rPr lang="en-GB" dirty="0"/>
              <a:t>https://www.pixelsquid.com/png/stickman-with-email-sign-2291024169233552454?image=G03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A801F-A763-49F0-9340-9CE6E525A0F2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591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68DE67-1BFE-4B37-BFF2-B86BD3E19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80DB342-C423-43CF-8A98-0C87E15A8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532C7AE-754D-487E-BAB1-051418C6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Středoškolská odborná činnost 2020</a:t>
            </a:r>
          </a:p>
        </p:txBody>
      </p:sp>
    </p:spTree>
    <p:extLst>
      <p:ext uri="{BB962C8B-B14F-4D97-AF65-F5344CB8AC3E}">
        <p14:creationId xmlns:p14="http://schemas.microsoft.com/office/powerpoint/2010/main" val="375879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BC4894-B2DA-441B-BC28-C66BF3C5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29C4FF5-FF0E-4DE9-AC12-E1F5E29B2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31B5451-B7E0-48B2-9F9F-2B638770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73730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33D67A-6C03-4222-A48F-1C4CFB753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01A7D9D5-7A26-49F8-BE6A-38AE5234B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0E74540-31A8-4139-A456-9E6D807D0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292859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7F6455-B2CA-4E81-891B-1AFB6CE4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5CAE9A1-D7A7-4A01-82EA-75340C9E3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44CC34C5-5114-4577-864A-604EE4938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700EB63-55EE-4AFD-82D0-16C2ABBA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288618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B1D775-BD07-4564-8C2B-177B2B56E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4AB2E856-0B53-485E-9070-1BF54FFC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5D30BB9C-C25C-47E0-A5A7-5B0D011EA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1581CA38-3004-4BB0-A625-30E2008B55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29E876CC-5FB3-48CA-B844-E2F9BF68E2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7C1199C1-628E-46E9-A512-5401616EA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168677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B89DC5-ADB1-48C3-8528-09BB4EF6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F3A7104-2765-4DC6-97CF-FD25051B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277143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DD441B6-499C-414C-A3D7-5D494BA1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2798480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B05EDA-329B-404D-90D4-B9734A07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EA6B376-5F0D-40B7-950F-FF2F890CB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0B487BCD-07EE-4C41-90BD-C5282858D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E854C7E-C4C0-4892-99D3-658E5314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8533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8E48C7-43AD-455E-8D05-2245B1F04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827DABC-1041-4517-BBBC-899806444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5E028655-D3FC-4A85-A798-692589C4D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EF5A51C-6B69-4A75-9DBE-7F362CFE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58156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EE7D89-7E9F-4B05-83A2-B44959254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E018707-03C8-46D1-B798-CCB12E535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0A87912-12C0-43C5-821B-918650C5A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311431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56EE464-5DD3-4041-B4D2-1291CE992C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1F99CFC-FB2D-470A-858D-95612AE08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5915DBE-BDF2-4055-AF18-FBB77374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238752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03BD797-EAB1-4449-B220-C0D62041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6C9350D1-0950-4CD7-9C36-4F055C226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19F95A-9100-4BB4-86EA-2168467D68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61917" y="6369797"/>
            <a:ext cx="3173506" cy="3651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Středoškolská odborná činnost 2020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4F54974-254F-49ED-AE38-4CC4B51D410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954" y="6199701"/>
            <a:ext cx="334219" cy="58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189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BC8612-9103-4582-A3A5-A7B9AA0BF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917" y="2617692"/>
            <a:ext cx="11604812" cy="3446932"/>
          </a:xfrm>
        </p:spPr>
        <p:txBody>
          <a:bodyPr>
            <a:normAutofit/>
          </a:bodyPr>
          <a:lstStyle/>
          <a:p>
            <a:pPr algn="l"/>
            <a:r>
              <a:rPr lang="cs-CZ" sz="4800" dirty="0"/>
              <a:t>Název práce: </a:t>
            </a:r>
            <a:r>
              <a:rPr lang="cs-CZ" sz="4800" dirty="0" err="1"/>
              <a:t>Coopmaster</a:t>
            </a:r>
            <a:r>
              <a:rPr lang="cs-CZ" sz="4800" dirty="0"/>
              <a:t> - systém pro řízení a automatizaci kurníku</a:t>
            </a:r>
            <a:br>
              <a:rPr lang="cs-CZ" sz="4800" dirty="0"/>
            </a:br>
            <a:r>
              <a:rPr lang="cs-CZ" sz="4800" dirty="0"/>
              <a:t>Jméno: Jaroslav Němec</a:t>
            </a:r>
            <a:br>
              <a:rPr lang="cs-CZ" dirty="0"/>
            </a:br>
            <a:r>
              <a:rPr lang="cs-CZ" sz="3100" dirty="0"/>
              <a:t>Škola: </a:t>
            </a:r>
            <a:r>
              <a:rPr lang="en-GB" sz="3100" dirty="0" err="1"/>
              <a:t>Střední</a:t>
            </a:r>
            <a:r>
              <a:rPr lang="en-GB" sz="3100" dirty="0"/>
              <a:t> </a:t>
            </a:r>
            <a:r>
              <a:rPr lang="en-GB" sz="3100" dirty="0" err="1"/>
              <a:t>škola</a:t>
            </a:r>
            <a:r>
              <a:rPr lang="en-GB" sz="3100" dirty="0"/>
              <a:t> a </a:t>
            </a:r>
            <a:r>
              <a:rPr lang="en-GB" sz="3100" dirty="0" err="1"/>
              <a:t>vyšší</a:t>
            </a:r>
            <a:r>
              <a:rPr lang="en-GB" sz="3100" dirty="0"/>
              <a:t> </a:t>
            </a:r>
            <a:r>
              <a:rPr lang="en-GB" sz="3100" dirty="0" err="1"/>
              <a:t>odborná</a:t>
            </a:r>
            <a:r>
              <a:rPr lang="en-GB" sz="3100" dirty="0"/>
              <a:t> </a:t>
            </a:r>
            <a:r>
              <a:rPr lang="en-GB" sz="3100" dirty="0" err="1"/>
              <a:t>škola</a:t>
            </a:r>
            <a:r>
              <a:rPr lang="en-GB" sz="3100" dirty="0"/>
              <a:t> </a:t>
            </a:r>
            <a:r>
              <a:rPr lang="en-GB" sz="3100" dirty="0" err="1"/>
              <a:t>aplikované</a:t>
            </a:r>
            <a:r>
              <a:rPr lang="en-GB" sz="3100" dirty="0"/>
              <a:t> </a:t>
            </a:r>
            <a:r>
              <a:rPr lang="en-GB" sz="3100" dirty="0" err="1"/>
              <a:t>kybernetiky</a:t>
            </a:r>
            <a:br>
              <a:rPr lang="cs-CZ" sz="1800" dirty="0"/>
            </a:br>
            <a:r>
              <a:rPr lang="cs-CZ" sz="3100" dirty="0"/>
              <a:t>Kraj: Královéhradecký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C7560B1-72B6-4800-9480-2B7B735FD7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6"/>
          <a:stretch/>
        </p:blipFill>
        <p:spPr>
          <a:xfrm>
            <a:off x="1" y="0"/>
            <a:ext cx="4603376" cy="2662518"/>
          </a:xfrm>
          <a:prstGeom prst="rect">
            <a:avLst/>
          </a:pr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43C86918-7174-4C10-AE58-66D312E70443}"/>
              </a:ext>
            </a:extLst>
          </p:cNvPr>
          <p:cNvSpPr txBox="1"/>
          <p:nvPr/>
        </p:nvSpPr>
        <p:spPr>
          <a:xfrm>
            <a:off x="5446059" y="793376"/>
            <a:ext cx="61004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>
                <a:latin typeface="+mj-lt"/>
                <a:ea typeface="+mj-ea"/>
                <a:cs typeface="+mj-cs"/>
              </a:rPr>
              <a:t>Obor: </a:t>
            </a:r>
            <a:r>
              <a:rPr lang="en-US" sz="3600" dirty="0">
                <a:latin typeface="+mj-lt"/>
                <a:ea typeface="+mj-ea"/>
                <a:cs typeface="+mj-cs"/>
              </a:rPr>
              <a:t>18</a:t>
            </a:r>
            <a:r>
              <a:rPr lang="cs-CZ" sz="3600" dirty="0">
                <a:latin typeface="+mj-lt"/>
                <a:ea typeface="+mj-ea"/>
                <a:cs typeface="+mj-cs"/>
              </a:rPr>
              <a:t>. </a:t>
            </a:r>
            <a:r>
              <a:rPr lang="en-US" sz="3600" dirty="0" err="1">
                <a:latin typeface="+mj-lt"/>
                <a:ea typeface="+mj-ea"/>
                <a:cs typeface="+mj-cs"/>
              </a:rPr>
              <a:t>Informatika</a:t>
            </a:r>
            <a:endParaRPr lang="cs-CZ" sz="3600" dirty="0">
              <a:latin typeface="+mj-lt"/>
              <a:ea typeface="+mj-ea"/>
              <a:cs typeface="+mj-cs"/>
            </a:endParaRPr>
          </a:p>
          <a:p>
            <a:endParaRPr lang="cs-CZ" sz="3600" dirty="0">
              <a:latin typeface="+mj-lt"/>
              <a:ea typeface="+mj-ea"/>
              <a:cs typeface="+mj-cs"/>
            </a:endParaRPr>
          </a:p>
          <a:p>
            <a:r>
              <a:rPr lang="cs-CZ" sz="3600" dirty="0">
                <a:latin typeface="+mj-lt"/>
                <a:ea typeface="+mj-ea"/>
                <a:cs typeface="+mj-cs"/>
              </a:rPr>
              <a:t> </a:t>
            </a:r>
            <a:endParaRPr lang="cs-CZ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2834B96-3770-8920-FA17-EE08194D2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61917" y="6369797"/>
            <a:ext cx="317350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dirty="0"/>
              <a:t>Středoškolská odborná činnost </a:t>
            </a:r>
            <a:r>
              <a:rPr lang="en-GB" dirty="0"/>
              <a:t>2025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9315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2EE82A-ACEC-67CA-2A25-74C485AB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cs-CZ" dirty="0"/>
              <a:t>Motivace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672153-CFD1-3571-3CCD-D6CA9FC53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cs-CZ" dirty="0"/>
              <a:t>Babiččin chov slepic</a:t>
            </a:r>
          </a:p>
          <a:p>
            <a:r>
              <a:rPr lang="cs-CZ" dirty="0"/>
              <a:t>Neefektivita obsluhy</a:t>
            </a:r>
          </a:p>
          <a:p>
            <a:r>
              <a:rPr lang="cs-CZ" dirty="0"/>
              <a:t>Lenost</a:t>
            </a:r>
          </a:p>
          <a:p>
            <a:r>
              <a:rPr lang="cs-CZ" dirty="0"/>
              <a:t>Video na </a:t>
            </a:r>
            <a:r>
              <a:rPr lang="cs-CZ" dirty="0" err="1"/>
              <a:t>Youtube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5469A29-7016-3E7B-36E1-54B71E22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  <p:pic>
        <p:nvPicPr>
          <p:cNvPr id="6" name="Obrázek 5" descr="Obsah obrázku pixel, Barevnost&#10;&#10;Popis byl vytvořen automaticky">
            <a:extLst>
              <a:ext uri="{FF2B5EF4-FFF2-40B4-BE49-F238E27FC236}">
                <a16:creationId xmlns:a16="http://schemas.microsoft.com/office/drawing/2014/main" id="{EC7AF7D8-2469-729D-13B0-F3F59779D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620" y="941347"/>
            <a:ext cx="1379318" cy="149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2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5469A29-7016-3E7B-36E1-54B71E22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A02DCB77-22BA-8EBE-6A24-C2830858DDE2}"/>
              </a:ext>
            </a:extLst>
          </p:cNvPr>
          <p:cNvSpPr txBox="1">
            <a:spLocks/>
          </p:cNvSpPr>
          <p:nvPr/>
        </p:nvSpPr>
        <p:spPr>
          <a:xfrm>
            <a:off x="838200" y="1727355"/>
            <a:ext cx="5257800" cy="19811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Vzdálený přístup</a:t>
            </a:r>
          </a:p>
          <a:p>
            <a:r>
              <a:rPr lang="cs-CZ" dirty="0"/>
              <a:t>Nenároční a bezúdržbový provoz</a:t>
            </a:r>
          </a:p>
          <a:p>
            <a:r>
              <a:rPr lang="cs-CZ" dirty="0"/>
              <a:t>Dálkové řízení dvířek</a:t>
            </a:r>
          </a:p>
          <a:p>
            <a:r>
              <a:rPr lang="cs-CZ" dirty="0"/>
              <a:t>Živý přenos z kamery v kurníku</a:t>
            </a:r>
          </a:p>
          <a:p>
            <a:pPr marL="0" indent="0">
              <a:buNone/>
            </a:pP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721457F5-1301-E56A-C48F-7D3379CE1D46}"/>
              </a:ext>
            </a:extLst>
          </p:cNvPr>
          <p:cNvSpPr txBox="1">
            <a:spLocks/>
          </p:cNvSpPr>
          <p:nvPr/>
        </p:nvSpPr>
        <p:spPr>
          <a:xfrm>
            <a:off x="838200" y="403645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Počáteční cíle</a:t>
            </a:r>
          </a:p>
        </p:txBody>
      </p:sp>
      <p:pic>
        <p:nvPicPr>
          <p:cNvPr id="9" name="Obrázek 8" descr="Obsah obrázku pixel, Barevnost&#10;&#10;Popis byl vytvořen automaticky">
            <a:extLst>
              <a:ext uri="{FF2B5EF4-FFF2-40B4-BE49-F238E27FC236}">
                <a16:creationId xmlns:a16="http://schemas.microsoft.com/office/drawing/2014/main" id="{B1DC12E7-A559-D788-0730-8F99ECF4A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377" y="3966873"/>
            <a:ext cx="1379318" cy="149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7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71DFE6-E078-7965-00F6-6FE1773B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Automatické řízení dvířek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60BF70-7384-D608-26B7-6DF5A5F24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Obrana proti kunám</a:t>
            </a:r>
          </a:p>
          <a:p>
            <a:r>
              <a:rPr lang="cs-CZ" dirty="0"/>
              <a:t>Udržení tepelného komfortu</a:t>
            </a:r>
          </a:p>
          <a:p>
            <a:r>
              <a:rPr lang="cs-CZ" dirty="0"/>
              <a:t>Vnitřní kamera, Yolo11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CB0D649-A79B-234A-01C0-5F9BC2B8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Středoškolská odborná činnost 2025</a:t>
            </a:r>
            <a:endParaRPr lang="cs-CZ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46AC88B2-3089-57D8-898E-F877660C2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121" y="1039804"/>
            <a:ext cx="3587635" cy="4778392"/>
          </a:xfrm>
          <a:prstGeom prst="rect">
            <a:avLst/>
          </a:prstGeom>
        </p:spPr>
      </p:pic>
      <p:pic>
        <p:nvPicPr>
          <p:cNvPr id="7" name="Obrázek 6" descr="Obsah obrázku elektronika, Obvodoví součástka, Elektronická součástka, Elektronické inženýrství&#10;&#10;Popis byl vytvořen automaticky">
            <a:extLst>
              <a:ext uri="{FF2B5EF4-FFF2-40B4-BE49-F238E27FC236}">
                <a16:creationId xmlns:a16="http://schemas.microsoft.com/office/drawing/2014/main" id="{0EAD129C-9572-211F-3F8C-D658D7D56D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4" t="5971" r="1624" b="41894"/>
          <a:stretch/>
        </p:blipFill>
        <p:spPr>
          <a:xfrm>
            <a:off x="1371244" y="3516682"/>
            <a:ext cx="3190673" cy="240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5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B00839-EB16-0B84-F7EF-55222356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Detekce vetřelců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7A3ED9-1226-E0F6-1141-8AEF252F5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Ochrana hejna</a:t>
            </a:r>
          </a:p>
          <a:p>
            <a:r>
              <a:rPr lang="cs-CZ" dirty="0"/>
              <a:t>Pes ve výběhu	</a:t>
            </a:r>
          </a:p>
          <a:p>
            <a:r>
              <a:rPr lang="cs-CZ" dirty="0"/>
              <a:t>Venkovní kamera, Yolo11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08531AF-3CE5-4886-46A8-CBE94C4C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Středoškolská odborná činnost 2025</a:t>
            </a:r>
            <a:endParaRPr lang="cs-CZ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37E7C053-A6C8-9D94-B061-8BB0B1AD2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97"/>
          <a:stretch/>
        </p:blipFill>
        <p:spPr>
          <a:xfrm>
            <a:off x="5247880" y="1600021"/>
            <a:ext cx="6105920" cy="3657957"/>
          </a:xfrm>
          <a:prstGeom prst="rect">
            <a:avLst/>
          </a:prstGeom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5526F930-C947-9762-6B6C-8731BF116B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75" t="22666" r="12910" b="7210"/>
          <a:stretch/>
        </p:blipFill>
        <p:spPr>
          <a:xfrm>
            <a:off x="838200" y="3510551"/>
            <a:ext cx="2976663" cy="276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8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3A0135-AECF-3601-90E3-5AC0CD94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Monitoring hnízd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176957-19A3-9365-02A8-98C32EB10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Informace o snůšce</a:t>
            </a:r>
          </a:p>
          <a:p>
            <a:r>
              <a:rPr lang="cs-CZ" dirty="0"/>
              <a:t>Digitální váhy v hnízdech</a:t>
            </a:r>
          </a:p>
          <a:p>
            <a:r>
              <a:rPr lang="cs-CZ" dirty="0"/>
              <a:t>Analýza průměrného zatížení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63A2D66-CE28-7AA4-AD22-30C2D55E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Středoškolská odborná činnost 2025</a:t>
            </a:r>
            <a:endParaRPr lang="cs-CZ" dirty="0"/>
          </a:p>
        </p:txBody>
      </p:sp>
      <p:pic>
        <p:nvPicPr>
          <p:cNvPr id="6" name="Obrázek 5" descr="Obsah obrázku hračka, umělá hmota, žlutá, nádoba&#10;&#10;Popis byl vytvořen automaticky">
            <a:extLst>
              <a:ext uri="{FF2B5EF4-FFF2-40B4-BE49-F238E27FC236}">
                <a16:creationId xmlns:a16="http://schemas.microsoft.com/office/drawing/2014/main" id="{EA781B48-44F3-57BF-8399-D6F66E2E8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482" y="890045"/>
            <a:ext cx="6031314" cy="5077910"/>
          </a:xfrm>
          <a:prstGeom prst="rect">
            <a:avLst/>
          </a:prstGeom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622D2FA1-EEB9-A529-9A02-DC6A32293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329" y="3656995"/>
            <a:ext cx="3314588" cy="231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0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241C1C-A798-F7CB-A2AE-39BD680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Monitoring a řízení životních podmínek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3027EA0-AFE9-0167-FCD4-4787544CC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Teploměr </a:t>
            </a:r>
          </a:p>
          <a:p>
            <a:r>
              <a:rPr lang="cs-CZ" dirty="0"/>
              <a:t>Vlhkoměr</a:t>
            </a:r>
          </a:p>
          <a:p>
            <a:r>
              <a:rPr lang="cs-CZ" dirty="0"/>
              <a:t>Optimalizace denního cyklu slepic</a:t>
            </a:r>
          </a:p>
          <a:p>
            <a:r>
              <a:rPr lang="cs-CZ" dirty="0"/>
              <a:t>Šetření elektřiny přes den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8BFDFD6-53A6-B673-9FCF-A4D4F06A9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Středoškolská odborná činnost 2025</a:t>
            </a:r>
            <a:endParaRPr lang="cs-CZ" dirty="0"/>
          </a:p>
        </p:txBody>
      </p:sp>
      <p:pic>
        <p:nvPicPr>
          <p:cNvPr id="6" name="Obrázek 5" descr="Obsah obrázku elektronika, Obvodoví součástka, Elektronická součástka, Elektronické inženýrství&#10;&#10;Popis byl vytvořen automaticky">
            <a:extLst>
              <a:ext uri="{FF2B5EF4-FFF2-40B4-BE49-F238E27FC236}">
                <a16:creationId xmlns:a16="http://schemas.microsoft.com/office/drawing/2014/main" id="{660E72E2-166C-99C8-8F3D-B99604092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044" y="1883522"/>
            <a:ext cx="4769413" cy="4140739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77B7D6-B5F1-114E-91AF-E4D93D510F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91" t="11289" r="11798" b="53837"/>
          <a:stretch/>
        </p:blipFill>
        <p:spPr>
          <a:xfrm>
            <a:off x="2172511" y="3949430"/>
            <a:ext cx="2636174" cy="206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9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93E463-B990-ADBC-F4D0-4F6943F1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Vzdálený přístup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ABA3A7-C783-607B-9862-6258D4BC5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9885" cy="4351338"/>
          </a:xfrm>
        </p:spPr>
        <p:txBody>
          <a:bodyPr/>
          <a:lstStyle/>
          <a:p>
            <a:r>
              <a:rPr lang="cs-CZ" dirty="0"/>
              <a:t>Klidnější hospodář</a:t>
            </a:r>
          </a:p>
          <a:p>
            <a:r>
              <a:rPr lang="cs-CZ" dirty="0"/>
              <a:t>Kontrola chovu živě odkudkoli</a:t>
            </a:r>
          </a:p>
          <a:p>
            <a:r>
              <a:rPr lang="cs-CZ" dirty="0"/>
              <a:t>Aplikace </a:t>
            </a:r>
            <a:r>
              <a:rPr lang="cs-CZ" dirty="0" err="1"/>
              <a:t>Home</a:t>
            </a:r>
            <a:r>
              <a:rPr lang="cs-CZ" dirty="0"/>
              <a:t> </a:t>
            </a:r>
            <a:r>
              <a:rPr lang="cs-CZ" dirty="0" err="1"/>
              <a:t>Assistant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095AAF9-6EDB-2B4D-F578-A099B295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Středoškolská odborná činnost 2025</a:t>
            </a:r>
            <a:endParaRPr lang="cs-CZ" dirty="0"/>
          </a:p>
        </p:txBody>
      </p:sp>
      <p:pic>
        <p:nvPicPr>
          <p:cNvPr id="6" name="Obrázek 5" descr="Obsah obrázku text, snímek obrazovky, Multimediální software, software&#10;&#10;Popis byl vytvořen automaticky">
            <a:extLst>
              <a:ext uri="{FF2B5EF4-FFF2-40B4-BE49-F238E27FC236}">
                <a16:creationId xmlns:a16="http://schemas.microsoft.com/office/drawing/2014/main" id="{1E23F35D-1D60-2419-C012-326B805A8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598" y="361989"/>
            <a:ext cx="2721997" cy="5897659"/>
          </a:xfrm>
          <a:prstGeom prst="rect">
            <a:avLst/>
          </a:prstGeom>
        </p:spPr>
      </p:pic>
      <p:pic>
        <p:nvPicPr>
          <p:cNvPr id="8" name="Obrázek 7" descr="Obsah obrázku text, snímek obrazovky, Multimediální software, software&#10;&#10;Popis byl vytvořen automaticky">
            <a:extLst>
              <a:ext uri="{FF2B5EF4-FFF2-40B4-BE49-F238E27FC236}">
                <a16:creationId xmlns:a16="http://schemas.microsoft.com/office/drawing/2014/main" id="{612739BC-211C-BBB6-4432-A4B661BF4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396" y="361989"/>
            <a:ext cx="2721997" cy="589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9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B9DC18-6519-4780-74EE-3934C59B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Shrnutí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24557B-0774-13D4-5733-0A944462A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Funkční projekt</a:t>
            </a:r>
          </a:p>
          <a:p>
            <a:r>
              <a:rPr lang="cs-CZ" dirty="0"/>
              <a:t>Nasazeno v reálném provozu</a:t>
            </a:r>
          </a:p>
          <a:p>
            <a:r>
              <a:rPr lang="cs-CZ" dirty="0"/>
              <a:t>Mnoho nových zkušeností</a:t>
            </a:r>
          </a:p>
          <a:p>
            <a:pPr lvl="1"/>
            <a:r>
              <a:rPr lang="cs-CZ" dirty="0"/>
              <a:t>Neuronové sítě</a:t>
            </a:r>
          </a:p>
          <a:p>
            <a:pPr lvl="1"/>
            <a:r>
              <a:rPr lang="cs-CZ" dirty="0"/>
              <a:t>IP kamery</a:t>
            </a:r>
          </a:p>
          <a:p>
            <a:pPr lvl="1"/>
            <a:r>
              <a:rPr lang="cs-CZ" dirty="0"/>
              <a:t>Síťování</a:t>
            </a:r>
          </a:p>
          <a:p>
            <a:r>
              <a:rPr lang="cs-CZ" dirty="0"/>
              <a:t>V budoucnu open-source software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4A9D2F-D092-8CE0-32BC-1CE48E02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Středoškolská odborná činnost 2025</a:t>
            </a:r>
          </a:p>
        </p:txBody>
      </p:sp>
    </p:spTree>
    <p:extLst>
      <p:ext uri="{BB962C8B-B14F-4D97-AF65-F5344CB8AC3E}">
        <p14:creationId xmlns:p14="http://schemas.microsoft.com/office/powerpoint/2010/main" val="76885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60D6-9B7E-59EA-CD4A-C27239E3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83C429-7A38-3C3C-EECA-EA634A7A7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565930" cy="1600200"/>
          </a:xfrm>
        </p:spPr>
        <p:txBody>
          <a:bodyPr anchor="b">
            <a:normAutofit/>
          </a:bodyPr>
          <a:lstStyle/>
          <a:p>
            <a:r>
              <a:rPr lang="cs-CZ" sz="4400" dirty="0"/>
              <a:t>Děkuji za pozornost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B14642-EF38-5D94-F749-D9C30F97F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6070298" cy="3811588"/>
          </a:xfrm>
        </p:spPr>
        <p:txBody>
          <a:bodyPr>
            <a:normAutofit/>
          </a:bodyPr>
          <a:lstStyle/>
          <a:p>
            <a:endParaRPr lang="cs-CZ" sz="2000" dirty="0"/>
          </a:p>
          <a:p>
            <a:endParaRPr lang="cs-CZ" sz="2000" dirty="0"/>
          </a:p>
          <a:p>
            <a:pPr marL="0" indent="0">
              <a:buNone/>
            </a:pPr>
            <a:endParaRPr lang="cs-CZ" sz="2000" dirty="0"/>
          </a:p>
          <a:p>
            <a:pPr marL="0" indent="0">
              <a:buNone/>
            </a:pPr>
            <a:endParaRPr lang="cs-CZ" sz="2000" dirty="0"/>
          </a:p>
          <a:p>
            <a:pPr marL="0" indent="0">
              <a:buNone/>
            </a:pPr>
            <a:endParaRPr lang="cs-CZ" sz="2000" dirty="0"/>
          </a:p>
          <a:p>
            <a:pPr marL="0" indent="0">
              <a:buNone/>
            </a:pPr>
            <a:endParaRPr lang="cs-CZ" sz="2000" dirty="0"/>
          </a:p>
          <a:p>
            <a:pPr marL="0" indent="0">
              <a:buNone/>
            </a:pPr>
            <a:endParaRPr lang="cs-CZ" sz="2000" dirty="0"/>
          </a:p>
          <a:p>
            <a:pPr marL="0" indent="0">
              <a:buNone/>
            </a:pPr>
            <a:endParaRPr lang="cs-CZ" sz="2000" dirty="0"/>
          </a:p>
          <a:p>
            <a:pPr marL="0" indent="0">
              <a:buNone/>
            </a:pPr>
            <a:r>
              <a:rPr lang="en-GB" sz="3200" dirty="0" err="1"/>
              <a:t>nemec.jaroslav@ssakhk.cz</a:t>
            </a:r>
            <a:endParaRPr lang="en-GB" sz="3200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4F0BEC4-E6F9-7A7A-2E32-43A0750B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61917" y="6369797"/>
            <a:ext cx="317350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dirty="0"/>
              <a:t>Středoškolská</a:t>
            </a:r>
            <a:r>
              <a:rPr lang="cs-CZ" sz="1400" dirty="0"/>
              <a:t> </a:t>
            </a:r>
            <a:r>
              <a:rPr lang="cs-CZ" dirty="0"/>
              <a:t>odborná činnost </a:t>
            </a:r>
            <a:r>
              <a:rPr lang="en-GB" dirty="0"/>
              <a:t>2025</a:t>
            </a:r>
            <a:endParaRPr lang="cs-CZ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22930E-7ACB-53FB-6596-8C345F61C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920" y="739630"/>
            <a:ext cx="3898899" cy="48736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249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Šablona pro práci" id="{E9ACF355-B523-4978-95F0-FF2226777EC6}" vid="{8C11293C-8D81-426F-A8AC-FF11C43C3C4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Šablona pro práci</Template>
  <TotalTime>4564</TotalTime>
  <Words>300</Words>
  <Application>Microsoft Office PowerPoint</Application>
  <PresentationFormat>Širokoúhlá obrazovka</PresentationFormat>
  <Paragraphs>82</Paragraphs>
  <Slides>10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Motiv Office</vt:lpstr>
      <vt:lpstr>Název práce: Coopmaster - systém pro řízení a automatizaci kurníku Jméno: Jaroslav Němec Škola: Střední škola a vyšší odborná škola aplikované kybernetiky Kraj: Královéhradecký</vt:lpstr>
      <vt:lpstr>Motivace</vt:lpstr>
      <vt:lpstr>Prezentace aplikace PowerPoint</vt:lpstr>
      <vt:lpstr>Automatické řízení dvířek</vt:lpstr>
      <vt:lpstr>Detekce vetřelců</vt:lpstr>
      <vt:lpstr>Monitoring hnízd</vt:lpstr>
      <vt:lpstr>Monitoring a řízení životních podmínek</vt:lpstr>
      <vt:lpstr>Vzdálený přístup</vt:lpstr>
      <vt:lpstr>Shrnutí</vt:lpstr>
      <vt:lpstr>Děkuji za pozornost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Název práce: Jméno: Škola: Kraj:</dc:title>
  <dc:creator>Petr Mazouch</dc:creator>
  <cp:lastModifiedBy>Jaroslav Němec</cp:lastModifiedBy>
  <cp:revision>25</cp:revision>
  <dcterms:created xsi:type="dcterms:W3CDTF">2020-03-21T20:56:17Z</dcterms:created>
  <dcterms:modified xsi:type="dcterms:W3CDTF">2025-03-24T19:42:30Z</dcterms:modified>
</cp:coreProperties>
</file>